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abin" panose="020B0604020202020204" charset="0"/>
      <p:regular r:id="rId12"/>
    </p:embeddedFont>
    <p:embeddedFont>
      <p:font typeface="Cabin Bold" panose="020B0604020202020204" charset="0"/>
      <p:regular r:id="rId13"/>
    </p:embeddedFont>
    <p:embeddedFont>
      <p:font typeface="Unbounde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4D9FA-3C48-4227-8020-154F66F38EE8}" v="10" dt="2026-07-04T16:15:54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35" autoAdjust="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06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judges.</a:t>
            </a:r>
            <a:br>
              <a:rPr lang="en-US" dirty="0"/>
            </a:br>
            <a:r>
              <a:rPr lang="en-US" dirty="0"/>
              <a:t>We present SaruNena AI, a multi-agent intelligent farming assistant designed to help Sri Lankan farmers make better agricultural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Farmers currently rely on experience and delayed information, which leads to poor decisions and reduced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combines multiple AI agents that work together to provide real-time farming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handles a specific task, and all agents work together through a central orchestrator to generate intelligent farming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farmer enters a crop and location, the system processes multiple AI agents to generate a full farming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lightweight but powerful tools to ensure fast and scalable AI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directly contributes to global sustainability goals by improving agricultural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future, we aim to make the system more accessible through mobile and multilingual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We are ready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37265"/>
          <a:stretch>
            <a:fillRect/>
          </a:stretch>
        </p:blipFill>
        <p:spPr>
          <a:xfrm>
            <a:off x="-14538" y="1634"/>
            <a:ext cx="3225766" cy="51418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8428" y="445815"/>
            <a:ext cx="3543672" cy="275258"/>
          </a:xfrm>
          <a:prstGeom prst="roundRect">
            <a:avLst>
              <a:gd name="adj" fmla="val 642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756758" y="489942"/>
            <a:ext cx="3824213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BY TEAM SVD SYNAPSE · FOR IDEALIZE 2026 MINI COMPETITION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598345" y="1435000"/>
            <a:ext cx="51250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668428" y="1335286"/>
            <a:ext cx="3922440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SaruNena AI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668428" y="1985888"/>
            <a:ext cx="4667845" cy="179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Multi-Agent Farming Assistant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3668428" y="3996407"/>
            <a:ext cx="4667845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AI-powered agricultural decision system built to empower Sri Lankan farmers with real-time intelligence, disease detection, and actionable insights.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CAE381-7546-BF1B-3DD8-D29CFB19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36066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Challenges Faced by Farmers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52577" y="1299270"/>
            <a:ext cx="466784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Sri Lankan farmers operate with limited information — making critical decisions based on guesswork rather than data.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52577" y="1762944"/>
            <a:ext cx="4667845" cy="662062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74096" y="1884462"/>
            <a:ext cx="2206898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Unpredictable Weather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74096" y="2127200"/>
            <a:ext cx="442480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localized forecasts to plan planting or harvesting cycles.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52577" y="2523753"/>
            <a:ext cx="4667845" cy="662062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74096" y="2645271"/>
            <a:ext cx="2205633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Late Disease Detection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74096" y="2888010"/>
            <a:ext cx="442480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Crop diseases identified too late, causing preventable yield loss.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52577" y="3284562"/>
            <a:ext cx="4667845" cy="662062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74096" y="3406080"/>
            <a:ext cx="2123033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No Market Intelligence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74096" y="3648819"/>
            <a:ext cx="442480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Farmers lack real-time price data to negotiate fair sales.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52577" y="4045372"/>
            <a:ext cx="4667845" cy="662062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74096" y="4166890"/>
            <a:ext cx="1967210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Manual Dependency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74096" y="4409629"/>
            <a:ext cx="442480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Decisions rely solely on experience — no digital decision support.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6DDE03-CB5B-5AE4-753F-5DC52542E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1236"/>
            <a:ext cx="493662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Introducing SaruNena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095226"/>
            <a:ext cx="8554045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multi-agent AI system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that transforms raw agricultural data into clear, actionable farming intelligence — all in one platform.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20341"/>
            <a:ext cx="327273" cy="327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1890787"/>
            <a:ext cx="202004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Weather 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577" y="215198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API data for location-specific climate insights.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3586" y="1420341"/>
            <a:ext cx="327273" cy="327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3586" y="1890787"/>
            <a:ext cx="16790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Disease Detection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3586" y="215198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Logic-based crop disease risk analysis before damage spreads.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577331"/>
            <a:ext cx="327273" cy="327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04777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 Insights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23577" y="330897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Current price data to help farmers maximize returns.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3586" y="2577331"/>
            <a:ext cx="327273" cy="327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3586" y="3047777"/>
            <a:ext cx="165407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Farm Risk Scoring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3586" y="330897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Consolidated risk index combining weather, disease, and market factors.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734321"/>
            <a:ext cx="327273" cy="3272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77" y="4204767"/>
            <a:ext cx="237410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Recommendations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23577" y="446596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Personalized, context-aware farming guidance generated on demand.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3586" y="3734321"/>
            <a:ext cx="327273" cy="3272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3586" y="4204767"/>
            <a:ext cx="189807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Location Intelligence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643586" y="4465960"/>
            <a:ext cx="397683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Geo-aware processing tailored to each farmer's region.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20A86E-2080-54DF-3038-BFFDF30412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6" y="411434"/>
            <a:ext cx="4052367" cy="39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Multi-Agent System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7483" y="1139787"/>
            <a:ext cx="4029745" cy="135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SaruNena AI uses a </a:t>
            </a: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modular agent kernel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each agent specializes in one domain, and the orchestrator synthesizes their outputs into unified farming intelligence.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68" y="263685"/>
            <a:ext cx="2776757" cy="277675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542" y="3392151"/>
            <a:ext cx="3771121" cy="7381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6954" y="3439405"/>
            <a:ext cx="149285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Memory Agent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56954" y="3608845"/>
            <a:ext cx="2484475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Stores and retrieves farmer context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8055" y="3392151"/>
            <a:ext cx="3771263" cy="7381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90468" y="3455503"/>
            <a:ext cx="122183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Location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10" name="Text 5"/>
          <p:cNvSpPr/>
          <p:nvPr/>
        </p:nvSpPr>
        <p:spPr>
          <a:xfrm>
            <a:off x="2290468" y="3608845"/>
            <a:ext cx="2484577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Geo-processes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input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regions</a:t>
            </a: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1643" y="3392151"/>
            <a:ext cx="3771121" cy="7381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12523" y="3456499"/>
            <a:ext cx="122183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Weather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13" name="Text 7"/>
          <p:cNvSpPr/>
          <p:nvPr/>
        </p:nvSpPr>
        <p:spPr>
          <a:xfrm>
            <a:off x="4324055" y="3637075"/>
            <a:ext cx="2484475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Fetches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live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climate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data</a:t>
            </a: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7568" y="3392151"/>
            <a:ext cx="2248047" cy="7381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93594" y="3461725"/>
            <a:ext cx="122183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Disease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16" name="Text 9"/>
          <p:cNvSpPr/>
          <p:nvPr/>
        </p:nvSpPr>
        <p:spPr>
          <a:xfrm>
            <a:off x="6493594" y="3628405"/>
            <a:ext cx="2484577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Analyzes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crop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health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risks</a:t>
            </a: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542" y="3820255"/>
            <a:ext cx="3771121" cy="5267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56954" y="3904566"/>
            <a:ext cx="122183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Market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19" name="Text 11"/>
          <p:cNvSpPr/>
          <p:nvPr/>
        </p:nvSpPr>
        <p:spPr>
          <a:xfrm>
            <a:off x="256953" y="4104297"/>
            <a:ext cx="2484475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Delivers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price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intelligence</a:t>
            </a: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8055" y="3820255"/>
            <a:ext cx="3771263" cy="5267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290468" y="3904566"/>
            <a:ext cx="1221831" cy="19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Risk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22" name="Text 13"/>
          <p:cNvSpPr/>
          <p:nvPr/>
        </p:nvSpPr>
        <p:spPr>
          <a:xfrm>
            <a:off x="2290468" y="4104753"/>
            <a:ext cx="2484577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Calculates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composite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risk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scores</a:t>
            </a: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1643" y="3820255"/>
            <a:ext cx="3771121" cy="5267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324055" y="3904566"/>
            <a:ext cx="1981918" cy="179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</a:rPr>
              <a:t>Recommendation</a:t>
            </a: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05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25" name="Text 15"/>
          <p:cNvSpPr/>
          <p:nvPr/>
        </p:nvSpPr>
        <p:spPr>
          <a:xfrm>
            <a:off x="4324055" y="4112537"/>
            <a:ext cx="2484475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Generates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actionable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guidance</a:t>
            </a: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7568" y="3820255"/>
            <a:ext cx="2248047" cy="52678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148821" y="3897710"/>
            <a:ext cx="1844939" cy="20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         Insight</a:t>
            </a: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</a:rPr>
              <a:t>Agent</a:t>
            </a:r>
          </a:p>
        </p:txBody>
      </p:sp>
      <p:sp>
        <p:nvSpPr>
          <p:cNvPr id="28" name="Text 17"/>
          <p:cNvSpPr/>
          <p:nvPr/>
        </p:nvSpPr>
        <p:spPr>
          <a:xfrm>
            <a:off x="6483302" y="4124206"/>
            <a:ext cx="2484577" cy="16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Provides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AI-powered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</a:rPr>
              <a:t>summaries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0FE3215-B79B-17BB-1F35-8987A7AA8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779"/>
            <a:ext cx="4042842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System Workflow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3577" y="934045"/>
            <a:ext cx="8554045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farmer enters a simple query — SaruNena AI handles the rest, delivering a complete intelligence report in seconds.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64" y="1194346"/>
            <a:ext cx="6296471" cy="28816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4999" y="3291398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Final Output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55211" y="3184243"/>
            <a:ext cx="1182114" cy="642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&amp; Recommend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273521" y="3291398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 Kernel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59443" y="3291398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Farmer Input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3577" y="4174629"/>
            <a:ext cx="8096845" cy="547092"/>
          </a:xfrm>
          <a:prstGeom prst="roundRect">
            <a:avLst>
              <a:gd name="adj" fmla="val 3141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01" y="4327029"/>
            <a:ext cx="143173" cy="1145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5796" y="4290864"/>
            <a:ext cx="7610103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Example Output:</a:t>
            </a: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Location detected · Live weather fetched · Disease risk analyzed · Market price displayed · Risk score: 72/100 · Recommendation generated · AI insight provided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9BBBC7-DA25-C8E5-7661-18B14C49A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5425"/>
            <a:ext cx="356168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966043"/>
            <a:ext cx="855404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SaruNena AI is built on a lean, modern stack designed for reliability, speed, and scalability in low-resource environments.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3577" y="1244203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2789" y="1363414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164" y="1461715"/>
            <a:ext cx="160883" cy="160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789" y="181600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2789" y="2048321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Core language for all agent logic and data processing.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9476" y="1244203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38688" y="1363414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063" y="1461715"/>
            <a:ext cx="160883" cy="160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8688" y="181600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38688" y="2048321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web framework powering the UI and API layer.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23577" y="2433786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2789" y="2552998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164" y="2651299"/>
            <a:ext cx="160883" cy="1608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789" y="3005584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Open-Meteo API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2789" y="3237905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Free, accurate weather data for any location worldwide.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19476" y="2433786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38688" y="2552998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7063" y="2651299"/>
            <a:ext cx="160883" cy="1608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8688" y="3005584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JSON Memory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38688" y="3237905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structured storage for farmer context and history.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23577" y="3623370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2789" y="3742581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164" y="3840882"/>
            <a:ext cx="160883" cy="1608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789" y="4195167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HTML + CSS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42789" y="4427488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Clean, responsive interface accessible on basic devices.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19476" y="3623370"/>
            <a:ext cx="4000946" cy="1094631"/>
          </a:xfrm>
          <a:prstGeom prst="roundRect">
            <a:avLst>
              <a:gd name="adj" fmla="val 163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38688" y="3742581"/>
            <a:ext cx="357634" cy="357634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7063" y="3840882"/>
            <a:ext cx="160883" cy="1608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38688" y="4195167"/>
            <a:ext cx="160258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738688" y="4427488"/>
            <a:ext cx="376252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Modular, extensible design enabling independent agent scaling.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3B76C0F-8A7A-ED7F-8B1E-52E8832D82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23915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Real-World Impact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31" y="911691"/>
            <a:ext cx="2819527" cy="3759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65978" y="422699"/>
            <a:ext cx="4556105" cy="171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SaruNena AI bridges the gap between traditional farming and modern technology — putting data-driven decisions directly in farmers' hands.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631" y="7747955"/>
            <a:ext cx="112142" cy="1121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6614" y="7745685"/>
            <a:ext cx="96745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Smarter Decisions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66614" y="7878068"/>
            <a:ext cx="3782020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Farmers act on live data rather than intuition alone.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420" y="7747955"/>
            <a:ext cx="112142" cy="1121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402" y="7745685"/>
            <a:ext cx="1017984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Reduced Crop Loss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4838402" y="7878068"/>
            <a:ext cx="3782020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Early disease and weather warnings prevent preventable losses.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631" y="8049406"/>
            <a:ext cx="112142" cy="1121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6614" y="8047137"/>
            <a:ext cx="942008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Insights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766614" y="8179519"/>
            <a:ext cx="3782020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Market and climate data delivered instantly, not days later.</a:t>
            </a:r>
            <a:endParaRPr lang="en-US" sz="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420" y="8049406"/>
            <a:ext cx="112142" cy="11214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38402" y="8047137"/>
            <a:ext cx="1090389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Data-Driven Farming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838402" y="8179519"/>
            <a:ext cx="3782020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Builds a culture of evidence-based agricultural practice.</a:t>
            </a:r>
            <a:endParaRPr lang="en-US" sz="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129BCE-9B66-15C2-F617-1459CF018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159A79-3580-CE05-DE1C-E2E62B15B6C5}"/>
              </a:ext>
            </a:extLst>
          </p:cNvPr>
          <p:cNvSpPr txBox="1"/>
          <p:nvPr/>
        </p:nvSpPr>
        <p:spPr>
          <a:xfrm>
            <a:off x="3589778" y="1675364"/>
            <a:ext cx="50970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1. Smarter Decisions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Farmers act on live data rather than intuition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alone.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2. Reduced Crop Loss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Early disease and weather warnings prevent    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preventable losses.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3. Real-Time Insights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Market and climate data delivered instantly, not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days later.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4. Data-Driven Farming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Builds a culture of evidence-based agricultural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   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3061"/>
            <a:ext cx="417537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983679"/>
            <a:ext cx="855404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SaruNena AI is designed to grow. Our roadmap focuses on accessibility, language inclusion, and deeper AI capabilities.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64856" y="1261839"/>
            <a:ext cx="14288" cy="3438525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94559" y="1388790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37906" y="1261839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87875" y="1290749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90291" y="1302767"/>
            <a:ext cx="188565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WhatsApp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3577" y="1535088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Deliver alerts and recommendations directly via WhatsApp for maximum reach.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91807" y="2055614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7906" y="1928664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7875" y="1957574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8057" y="196959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Voice Assistant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8057" y="2201912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Voice-based AI interaction for farmers with limited literacy or smartphone access.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94559" y="2647950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7906" y="2521000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7875" y="2549909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87513" y="2561927"/>
            <a:ext cx="208843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Image Disease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577" y="2794248"/>
            <a:ext cx="345236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crop photos for AI-powered visual disease identification.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1807" y="3240286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7906" y="3113336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7875" y="3142245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8057" y="3154263"/>
            <a:ext cx="150227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 Prediction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8057" y="3386584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Predictive analytics to forecast price trends and optimize harvest timing.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94559" y="3832622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7906" y="3705671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7875" y="3734581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06860" y="3746599"/>
            <a:ext cx="2069083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Local Language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577" y="3978920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Sinhala and Tamil language interfaces for nationwide accessibility.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3EDD6C-068C-0E74-A826-9CF8F1386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500732"/>
            <a:ext cx="1829842" cy="230014"/>
          </a:xfrm>
          <a:prstGeom prst="roundRect">
            <a:avLst>
              <a:gd name="adj" fmla="val 6708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029670" y="539279"/>
            <a:ext cx="2132856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 SVD SYNAPSE · IDEALIZE 2026    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166610" y="165015"/>
            <a:ext cx="1358653" cy="609859"/>
          </a:xfrm>
          <a:prstGeom prst="roundRect">
            <a:avLst>
              <a:gd name="adj" fmla="val 6708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-425798" y="928196"/>
            <a:ext cx="2744391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952577" y="774874"/>
            <a:ext cx="4667845" cy="1043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Farming for a Smarter Future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3952577" y="1984177"/>
            <a:ext cx="34824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SaruNena AI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3952577" y="2527995"/>
            <a:ext cx="466784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Empowering every Sri Lankan farmer with the intelligence to grow more, lose less, and earn better — one field at a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52577" y="3034754"/>
            <a:ext cx="4667845" cy="1607939"/>
          </a:xfrm>
          <a:prstGeom prst="roundRect">
            <a:avLst>
              <a:gd name="adj" fmla="val 1199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952577" y="3034754"/>
            <a:ext cx="2333923" cy="899592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81090" y="3163267"/>
            <a:ext cx="15126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🌾</a:t>
            </a: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Multi-Agent AI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81090" y="3423345"/>
            <a:ext cx="207689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 specialized agents working in harmony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86500" y="3034754"/>
            <a:ext cx="2333923" cy="899592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86500" y="3034754"/>
            <a:ext cx="14288" cy="899592"/>
          </a:xfrm>
          <a:prstGeom prst="roundRect">
            <a:avLst>
              <a:gd name="adj" fmla="val 13498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5013" y="3163267"/>
            <a:ext cx="15842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⚡</a:t>
            </a: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Real-Time Data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15013" y="3423345"/>
            <a:ext cx="207689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weather, market, and risk intelligence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52577" y="3934346"/>
            <a:ext cx="4667845" cy="708347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952577" y="3934346"/>
            <a:ext cx="4667845" cy="14288"/>
          </a:xfrm>
          <a:prstGeom prst="roundRect">
            <a:avLst>
              <a:gd name="adj" fmla="val 13498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81090" y="4062859"/>
            <a:ext cx="181451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🇱🇰</a:t>
            </a: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Built for Sri Lanka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081090" y="4322936"/>
            <a:ext cx="4410819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Designed with local farmers in mind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B1942D-BA27-1399-F6B6-6FF148624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281" y="4875143"/>
            <a:ext cx="1371719" cy="266723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5D81F2F1-637E-A501-83BB-DCE4FD69D6E5}"/>
              </a:ext>
            </a:extLst>
          </p:cNvPr>
          <p:cNvSpPr/>
          <p:nvPr/>
        </p:nvSpPr>
        <p:spPr>
          <a:xfrm>
            <a:off x="259183" y="234349"/>
            <a:ext cx="2132856" cy="6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</a:rPr>
              <a:t>CREATED BY,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</a:rPr>
              <a:t>SINURA PERERA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</a:rPr>
              <a:t>VIHAS KODITHUWAKKU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911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Cabin Bold</vt:lpstr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Roshan Perera</cp:lastModifiedBy>
  <cp:revision>5</cp:revision>
  <dcterms:created xsi:type="dcterms:W3CDTF">2026-07-04T15:36:52Z</dcterms:created>
  <dcterms:modified xsi:type="dcterms:W3CDTF">2026-07-04T16:15:55Z</dcterms:modified>
</cp:coreProperties>
</file>